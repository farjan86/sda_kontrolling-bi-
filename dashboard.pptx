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2" d="100"/>
          <a:sy n="72" d="100"/>
        </p:scale>
        <p:origin x="6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C8D0-56FA-4A16-85A3-DE8172CD6039}" type="datetimeFigureOut">
              <a:rPr lang="hu-HU" smtClean="0"/>
              <a:t>2026.02.06.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C3B0B-CE28-4417-A004-51F392E142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95511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C8D0-56FA-4A16-85A3-DE8172CD6039}" type="datetimeFigureOut">
              <a:rPr lang="hu-HU" smtClean="0"/>
              <a:t>2026.02.06.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C3B0B-CE28-4417-A004-51F392E142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0728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C8D0-56FA-4A16-85A3-DE8172CD6039}" type="datetimeFigureOut">
              <a:rPr lang="hu-HU" smtClean="0"/>
              <a:t>2026.02.06.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C3B0B-CE28-4417-A004-51F392E142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9009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C8D0-56FA-4A16-85A3-DE8172CD6039}" type="datetimeFigureOut">
              <a:rPr lang="hu-HU" smtClean="0"/>
              <a:t>2026.02.06.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C3B0B-CE28-4417-A004-51F392E142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1128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C8D0-56FA-4A16-85A3-DE8172CD6039}" type="datetimeFigureOut">
              <a:rPr lang="hu-HU" smtClean="0"/>
              <a:t>2026.02.06.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C3B0B-CE28-4417-A004-51F392E142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21450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C8D0-56FA-4A16-85A3-DE8172CD6039}" type="datetimeFigureOut">
              <a:rPr lang="hu-HU" smtClean="0"/>
              <a:t>2026.02.06.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C3B0B-CE28-4417-A004-51F392E142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50073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C8D0-56FA-4A16-85A3-DE8172CD6039}" type="datetimeFigureOut">
              <a:rPr lang="hu-HU" smtClean="0"/>
              <a:t>2026.02.06.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C3B0B-CE28-4417-A004-51F392E142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2350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C8D0-56FA-4A16-85A3-DE8172CD6039}" type="datetimeFigureOut">
              <a:rPr lang="hu-HU" smtClean="0"/>
              <a:t>2026.02.06.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C3B0B-CE28-4417-A004-51F392E142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4875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C8D0-56FA-4A16-85A3-DE8172CD6039}" type="datetimeFigureOut">
              <a:rPr lang="hu-HU" smtClean="0"/>
              <a:t>2026.02.06.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C3B0B-CE28-4417-A004-51F392E142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02677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C8D0-56FA-4A16-85A3-DE8172CD6039}" type="datetimeFigureOut">
              <a:rPr lang="hu-HU" smtClean="0"/>
              <a:t>2026.02.06.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C3B0B-CE28-4417-A004-51F392E142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2870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C8D0-56FA-4A16-85A3-DE8172CD6039}" type="datetimeFigureOut">
              <a:rPr lang="hu-HU" smtClean="0"/>
              <a:t>2026.02.06.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C3B0B-CE28-4417-A004-51F392E142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70070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CC8D0-56FA-4A16-85A3-DE8172CD6039}" type="datetimeFigureOut">
              <a:rPr lang="hu-HU" smtClean="0"/>
              <a:t>2026.02.06.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C3B0B-CE28-4417-A004-51F392E142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47566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>
            <a:extLst>
              <a:ext uri="{FF2B5EF4-FFF2-40B4-BE49-F238E27FC236}">
                <a16:creationId xmlns:a16="http://schemas.microsoft.com/office/drawing/2014/main" id="{2A39289E-AF4E-7E4C-BB54-75C91BE91D0C}"/>
              </a:ext>
            </a:extLst>
          </p:cNvPr>
          <p:cNvSpPr/>
          <p:nvPr/>
        </p:nvSpPr>
        <p:spPr>
          <a:xfrm>
            <a:off x="0" y="393895"/>
            <a:ext cx="18288000" cy="199761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96900" dist="50800" dir="5400000" sx="96000" sy="96000" algn="ctr" rotWithShape="0">
              <a:srgbClr val="000000">
                <a:alpha val="89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2D9D42BA-1B0E-9A6B-F74C-0D08825F7129}"/>
              </a:ext>
            </a:extLst>
          </p:cNvPr>
          <p:cNvSpPr/>
          <p:nvPr/>
        </p:nvSpPr>
        <p:spPr>
          <a:xfrm>
            <a:off x="0" y="3207434"/>
            <a:ext cx="18288000" cy="7079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50"/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58357195-BCBC-5ADD-BDD2-2D597DC396C6}"/>
              </a:ext>
            </a:extLst>
          </p:cNvPr>
          <p:cNvSpPr/>
          <p:nvPr/>
        </p:nvSpPr>
        <p:spPr>
          <a:xfrm>
            <a:off x="394335" y="1113183"/>
            <a:ext cx="17499330" cy="8985558"/>
          </a:xfrm>
          <a:prstGeom prst="roundRect">
            <a:avLst>
              <a:gd name="adj" fmla="val 2502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50"/>
          </a:p>
        </p:txBody>
      </p:sp>
    </p:spTree>
    <p:extLst>
      <p:ext uri="{BB962C8B-B14F-4D97-AF65-F5344CB8AC3E}">
        <p14:creationId xmlns:p14="http://schemas.microsoft.com/office/powerpoint/2010/main" val="1706032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144</TotalTime>
  <Words>0</Words>
  <Application>Microsoft Office PowerPoint</Application>
  <PresentationFormat>Egyéni</PresentationFormat>
  <Paragraphs>0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Office-téma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János Farkas</dc:creator>
  <cp:lastModifiedBy>János Farkas</cp:lastModifiedBy>
  <cp:revision>2</cp:revision>
  <dcterms:created xsi:type="dcterms:W3CDTF">2026-02-02T07:18:57Z</dcterms:created>
  <dcterms:modified xsi:type="dcterms:W3CDTF">2026-02-06T08:54:59Z</dcterms:modified>
</cp:coreProperties>
</file>