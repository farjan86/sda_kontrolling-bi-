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18288000" cy="10287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72" d="100"/>
          <a:sy n="72" d="100"/>
        </p:scale>
        <p:origin x="150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86000" y="1683545"/>
            <a:ext cx="13716000" cy="3581400"/>
          </a:xfrm>
        </p:spPr>
        <p:txBody>
          <a:bodyPr anchor="b"/>
          <a:lstStyle>
            <a:lvl1pPr algn="ctr">
              <a:defRPr sz="90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86000" y="5403057"/>
            <a:ext cx="13716000" cy="2483643"/>
          </a:xfrm>
        </p:spPr>
        <p:txBody>
          <a:bodyPr/>
          <a:lstStyle>
            <a:lvl1pPr marL="0" indent="0" algn="ctr">
              <a:buNone/>
              <a:defRPr sz="3600"/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CC8D0-56FA-4A16-85A3-DE8172CD6039}" type="datetimeFigureOut">
              <a:rPr lang="hu-HU" smtClean="0"/>
              <a:t>2026.02.02.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DC3B0B-CE28-4417-A004-51F392E142B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955112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CC8D0-56FA-4A16-85A3-DE8172CD6039}" type="datetimeFigureOut">
              <a:rPr lang="hu-HU" smtClean="0"/>
              <a:t>2026.02.02.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DC3B0B-CE28-4417-A004-51F392E142B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407289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47775" y="2564608"/>
            <a:ext cx="15773400" cy="4279106"/>
          </a:xfrm>
        </p:spPr>
        <p:txBody>
          <a:bodyPr anchor="b"/>
          <a:lstStyle>
            <a:lvl1pPr>
              <a:defRPr sz="90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47775" y="6884195"/>
            <a:ext cx="15773400" cy="2250281"/>
          </a:xfrm>
        </p:spPr>
        <p:txBody>
          <a:bodyPr/>
          <a:lstStyle>
            <a:lvl1pPr marL="0" indent="0">
              <a:buNone/>
              <a:defRPr sz="3600">
                <a:solidFill>
                  <a:schemeClr val="tx1">
                    <a:tint val="75000"/>
                  </a:schemeClr>
                </a:solidFill>
              </a:defRPr>
            </a:lvl1pPr>
            <a:lvl2pPr marL="685800" indent="0">
              <a:buNone/>
              <a:defRPr sz="3000">
                <a:solidFill>
                  <a:schemeClr val="tx1">
                    <a:tint val="75000"/>
                  </a:schemeClr>
                </a:solidFill>
              </a:defRPr>
            </a:lvl2pPr>
            <a:lvl3pPr marL="1371600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3pPr>
            <a:lvl4pPr marL="20574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4pPr>
            <a:lvl5pPr marL="27432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5pPr>
            <a:lvl6pPr marL="34290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6pPr>
            <a:lvl7pPr marL="41148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7pPr>
            <a:lvl8pPr marL="48006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8pPr>
            <a:lvl9pPr marL="54864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CC8D0-56FA-4A16-85A3-DE8172CD6039}" type="datetimeFigureOut">
              <a:rPr lang="hu-HU" smtClean="0"/>
              <a:t>2026.02.02.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DC3B0B-CE28-4417-A004-51F392E142B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690090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2738438"/>
            <a:ext cx="7772400" cy="6527007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258300" y="2738438"/>
            <a:ext cx="7772400" cy="6527007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CC8D0-56FA-4A16-85A3-DE8172CD6039}" type="datetimeFigureOut">
              <a:rPr lang="hu-HU" smtClean="0"/>
              <a:t>2026.02.02.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DC3B0B-CE28-4417-A004-51F392E142B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011287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547688"/>
            <a:ext cx="15773400" cy="1988345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9683" y="2521745"/>
            <a:ext cx="7736681" cy="1235868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9683" y="3757613"/>
            <a:ext cx="7736681" cy="5526882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258300" y="2521745"/>
            <a:ext cx="7774782" cy="1235868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258300" y="3757613"/>
            <a:ext cx="7774782" cy="5526882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CC8D0-56FA-4A16-85A3-DE8172CD6039}" type="datetimeFigureOut">
              <a:rPr lang="hu-HU" smtClean="0"/>
              <a:t>2026.02.02.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DC3B0B-CE28-4417-A004-51F392E142B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214504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CC8D0-56FA-4A16-85A3-DE8172CD6039}" type="datetimeFigureOut">
              <a:rPr lang="hu-HU" smtClean="0"/>
              <a:t>2026.02.02.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DC3B0B-CE28-4417-A004-51F392E142B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500730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CC8D0-56FA-4A16-85A3-DE8172CD6039}" type="datetimeFigureOut">
              <a:rPr lang="hu-HU" smtClean="0"/>
              <a:t>2026.02.02.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DC3B0B-CE28-4417-A004-51F392E142B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023507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774782" y="1481138"/>
            <a:ext cx="9258300" cy="7310438"/>
          </a:xfrm>
        </p:spPr>
        <p:txBody>
          <a:bodyPr/>
          <a:lstStyle>
            <a:lvl1pPr>
              <a:defRPr sz="4800"/>
            </a:lvl1pPr>
            <a:lvl2pPr>
              <a:defRPr sz="4200"/>
            </a:lvl2pPr>
            <a:lvl3pPr>
              <a:defRPr sz="3600"/>
            </a:lvl3pPr>
            <a:lvl4pPr>
              <a:defRPr sz="3000"/>
            </a:lvl4pPr>
            <a:lvl5pPr>
              <a:defRPr sz="3000"/>
            </a:lvl5pPr>
            <a:lvl6pPr>
              <a:defRPr sz="3000"/>
            </a:lvl6pPr>
            <a:lvl7pPr>
              <a:defRPr sz="3000"/>
            </a:lvl7pPr>
            <a:lvl8pPr>
              <a:defRPr sz="3000"/>
            </a:lvl8pPr>
            <a:lvl9pPr>
              <a:defRPr sz="3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3" y="3086100"/>
            <a:ext cx="5898356" cy="5717382"/>
          </a:xfrm>
        </p:spPr>
        <p:txBody>
          <a:bodyPr/>
          <a:lstStyle>
            <a:lvl1pPr marL="0" indent="0">
              <a:buNone/>
              <a:defRPr sz="2400"/>
            </a:lvl1pPr>
            <a:lvl2pPr marL="685800" indent="0">
              <a:buNone/>
              <a:defRPr sz="2100"/>
            </a:lvl2pPr>
            <a:lvl3pPr marL="1371600" indent="0">
              <a:buNone/>
              <a:defRPr sz="1800"/>
            </a:lvl3pPr>
            <a:lvl4pPr marL="2057400" indent="0">
              <a:buNone/>
              <a:defRPr sz="1500"/>
            </a:lvl4pPr>
            <a:lvl5pPr marL="2743200" indent="0">
              <a:buNone/>
              <a:defRPr sz="1500"/>
            </a:lvl5pPr>
            <a:lvl6pPr marL="3429000" indent="0">
              <a:buNone/>
              <a:defRPr sz="1500"/>
            </a:lvl6pPr>
            <a:lvl7pPr marL="4114800" indent="0">
              <a:buNone/>
              <a:defRPr sz="1500"/>
            </a:lvl7pPr>
            <a:lvl8pPr marL="4800600" indent="0">
              <a:buNone/>
              <a:defRPr sz="1500"/>
            </a:lvl8pPr>
            <a:lvl9pPr marL="5486400" indent="0">
              <a:buNone/>
              <a:defRPr sz="15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CC8D0-56FA-4A16-85A3-DE8172CD6039}" type="datetimeFigureOut">
              <a:rPr lang="hu-HU" smtClean="0"/>
              <a:t>2026.02.02.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DC3B0B-CE28-4417-A004-51F392E142B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148751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774782" y="1481138"/>
            <a:ext cx="9258300" cy="7310438"/>
          </a:xfrm>
        </p:spPr>
        <p:txBody>
          <a:bodyPr anchor="t"/>
          <a:lstStyle>
            <a:lvl1pPr marL="0" indent="0">
              <a:buNone/>
              <a:defRPr sz="4800"/>
            </a:lvl1pPr>
            <a:lvl2pPr marL="685800" indent="0">
              <a:buNone/>
              <a:defRPr sz="4200"/>
            </a:lvl2pPr>
            <a:lvl3pPr marL="1371600" indent="0">
              <a:buNone/>
              <a:defRPr sz="3600"/>
            </a:lvl3pPr>
            <a:lvl4pPr marL="2057400" indent="0">
              <a:buNone/>
              <a:defRPr sz="3000"/>
            </a:lvl4pPr>
            <a:lvl5pPr marL="2743200" indent="0">
              <a:buNone/>
              <a:defRPr sz="3000"/>
            </a:lvl5pPr>
            <a:lvl6pPr marL="3429000" indent="0">
              <a:buNone/>
              <a:defRPr sz="3000"/>
            </a:lvl6pPr>
            <a:lvl7pPr marL="4114800" indent="0">
              <a:buNone/>
              <a:defRPr sz="3000"/>
            </a:lvl7pPr>
            <a:lvl8pPr marL="4800600" indent="0">
              <a:buNone/>
              <a:defRPr sz="3000"/>
            </a:lvl8pPr>
            <a:lvl9pPr marL="5486400" indent="0">
              <a:buNone/>
              <a:defRPr sz="3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3" y="3086100"/>
            <a:ext cx="5898356" cy="5717382"/>
          </a:xfrm>
        </p:spPr>
        <p:txBody>
          <a:bodyPr/>
          <a:lstStyle>
            <a:lvl1pPr marL="0" indent="0">
              <a:buNone/>
              <a:defRPr sz="2400"/>
            </a:lvl1pPr>
            <a:lvl2pPr marL="685800" indent="0">
              <a:buNone/>
              <a:defRPr sz="2100"/>
            </a:lvl2pPr>
            <a:lvl3pPr marL="1371600" indent="0">
              <a:buNone/>
              <a:defRPr sz="1800"/>
            </a:lvl3pPr>
            <a:lvl4pPr marL="2057400" indent="0">
              <a:buNone/>
              <a:defRPr sz="1500"/>
            </a:lvl4pPr>
            <a:lvl5pPr marL="2743200" indent="0">
              <a:buNone/>
              <a:defRPr sz="1500"/>
            </a:lvl5pPr>
            <a:lvl6pPr marL="3429000" indent="0">
              <a:buNone/>
              <a:defRPr sz="1500"/>
            </a:lvl6pPr>
            <a:lvl7pPr marL="4114800" indent="0">
              <a:buNone/>
              <a:defRPr sz="1500"/>
            </a:lvl7pPr>
            <a:lvl8pPr marL="4800600" indent="0">
              <a:buNone/>
              <a:defRPr sz="1500"/>
            </a:lvl8pPr>
            <a:lvl9pPr marL="5486400" indent="0">
              <a:buNone/>
              <a:defRPr sz="15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CC8D0-56FA-4A16-85A3-DE8172CD6039}" type="datetimeFigureOut">
              <a:rPr lang="hu-HU" smtClean="0"/>
              <a:t>2026.02.02.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DC3B0B-CE28-4417-A004-51F392E142B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026775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CC8D0-56FA-4A16-85A3-DE8172CD6039}" type="datetimeFigureOut">
              <a:rPr lang="hu-HU" smtClean="0"/>
              <a:t>2026.02.02.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DC3B0B-CE28-4417-A004-51F392E142B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328701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087350" y="547688"/>
            <a:ext cx="3943350" cy="8717757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0" y="547688"/>
            <a:ext cx="11601450" cy="8717757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CC8D0-56FA-4A16-85A3-DE8172CD6039}" type="datetimeFigureOut">
              <a:rPr lang="hu-HU" smtClean="0"/>
              <a:t>2026.02.02.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DC3B0B-CE28-4417-A004-51F392E142B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700705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7300" y="547688"/>
            <a:ext cx="15773400" cy="19883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7300" y="2738438"/>
            <a:ext cx="15773400" cy="65270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7CC8D0-56FA-4A16-85A3-DE8172CD6039}" type="datetimeFigureOut">
              <a:rPr lang="hu-HU" smtClean="0"/>
              <a:t>2026.02.02.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DC3B0B-CE28-4417-A004-51F392E142B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47566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371600" rtl="0" eaLnBrk="1" latinLnBrk="0" hangingPunct="1">
        <a:lnSpc>
          <a:spcPct val="90000"/>
        </a:lnSpc>
        <a:spcBef>
          <a:spcPct val="0"/>
        </a:spcBef>
        <a:buNone/>
        <a:defRPr sz="6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13716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+mn-lt"/>
          <a:ea typeface="+mn-ea"/>
          <a:cs typeface="+mn-cs"/>
        </a:defRPr>
      </a:lvl1pPr>
      <a:lvl2pPr marL="1028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2400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30861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7719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églalap 10">
            <a:extLst>
              <a:ext uri="{FF2B5EF4-FFF2-40B4-BE49-F238E27FC236}">
                <a16:creationId xmlns:a16="http://schemas.microsoft.com/office/drawing/2014/main" id="{2A39289E-AF4E-7E4C-BB54-75C91BE91D0C}"/>
              </a:ext>
            </a:extLst>
          </p:cNvPr>
          <p:cNvSpPr/>
          <p:nvPr/>
        </p:nvSpPr>
        <p:spPr>
          <a:xfrm>
            <a:off x="0" y="393895"/>
            <a:ext cx="18288000" cy="1997613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</a:ln>
          <a:effectLst>
            <a:outerShdw blurRad="596900" dist="50800" dir="5400000" sx="96000" sy="96000" algn="ctr" rotWithShape="0">
              <a:srgbClr val="000000">
                <a:alpha val="89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6" name="Téglalap 5">
            <a:extLst>
              <a:ext uri="{FF2B5EF4-FFF2-40B4-BE49-F238E27FC236}">
                <a16:creationId xmlns:a16="http://schemas.microsoft.com/office/drawing/2014/main" id="{2D9D42BA-1B0E-9A6B-F74C-0D08825F7129}"/>
              </a:ext>
            </a:extLst>
          </p:cNvPr>
          <p:cNvSpPr/>
          <p:nvPr/>
        </p:nvSpPr>
        <p:spPr>
          <a:xfrm>
            <a:off x="0" y="3207434"/>
            <a:ext cx="18288000" cy="70795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4050"/>
          </a:p>
        </p:txBody>
      </p:sp>
      <p:sp>
        <p:nvSpPr>
          <p:cNvPr id="7" name="Téglalap: lekerekített 6">
            <a:extLst>
              <a:ext uri="{FF2B5EF4-FFF2-40B4-BE49-F238E27FC236}">
                <a16:creationId xmlns:a16="http://schemas.microsoft.com/office/drawing/2014/main" id="{58357195-BCBC-5ADD-BDD2-2D597DC396C6}"/>
              </a:ext>
            </a:extLst>
          </p:cNvPr>
          <p:cNvSpPr/>
          <p:nvPr/>
        </p:nvSpPr>
        <p:spPr>
          <a:xfrm>
            <a:off x="394335" y="1392701"/>
            <a:ext cx="17499330" cy="8706040"/>
          </a:xfrm>
          <a:prstGeom prst="roundRect">
            <a:avLst>
              <a:gd name="adj" fmla="val 2502"/>
            </a:avLst>
          </a:prstGeom>
          <a:solidFill>
            <a:schemeClr val="bg1"/>
          </a:solidFill>
          <a:ln>
            <a:noFill/>
          </a:ln>
          <a:effectLst>
            <a:outerShdw blurRad="152400" dist="38100" dir="5400000" sx="101000" sy="101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4050"/>
          </a:p>
        </p:txBody>
      </p:sp>
    </p:spTree>
    <p:extLst>
      <p:ext uri="{BB962C8B-B14F-4D97-AF65-F5344CB8AC3E}">
        <p14:creationId xmlns:p14="http://schemas.microsoft.com/office/powerpoint/2010/main" val="17060328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-té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éma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é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144</TotalTime>
  <Words>0</Words>
  <Application>Microsoft Office PowerPoint</Application>
  <PresentationFormat>Egyéni</PresentationFormat>
  <Paragraphs>0</Paragraphs>
  <Slides>1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Office-téma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János Farkas</dc:creator>
  <cp:lastModifiedBy>János Farkas</cp:lastModifiedBy>
  <cp:revision>1</cp:revision>
  <dcterms:created xsi:type="dcterms:W3CDTF">2026-02-02T07:18:57Z</dcterms:created>
  <dcterms:modified xsi:type="dcterms:W3CDTF">2026-02-02T09:43:21Z</dcterms:modified>
</cp:coreProperties>
</file>